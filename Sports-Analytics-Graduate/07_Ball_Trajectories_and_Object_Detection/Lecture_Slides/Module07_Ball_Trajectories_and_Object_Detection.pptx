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ask the class why recall would be the harder number to move here. Push toward: recall requires finding every instance, including the hardest, most occluded or blurred frames, while precision only has to be right about the detections the model chooses to make. Ask what a lower real recall costs you specifically when trying to reconstruct a full, continuous shot trajectory versus tagging a single highlight frame. Timing: about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push the class on why the gap is bigger from three (15.5 degrees) than at the free throw line (4.5 degrees). One real, defensible answer: as distance grows, the theoretical minimum angle keeps dropping toward 45 degrees, but the entry-angle requirement for a makeable shot does not relax nearly as fast, so the real gap between the two widens. Ask what this predicts about how launch angle discipline should differ between a free throw and a three, and whether that matches what elite shooters are coached to do. Timing: about 6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Discussion: be careful here to keep both explanations honest and separate. The physics explains why that range is mechanically harder to repeat consistently; it does NOT by itself explain the strategic abandonment of the mid-range, which is really about shot value (points per attempt) relative to a three-pointer. Ask the class to articulate both explanations without collapsing them into one. Timing: about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745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· GRADUATE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Basketball Data Science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Ball Trajectories and Object Detection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3291840" cy="77724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251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· 3-hour session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42519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Chapter 7: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Zuccolotto, P., Manisera, M., &amp; Sandri, M. (2026). Advanced Basketball Data Science: With Applications in R. CRC Press/Chapman &amp; Hall.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Coming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This Week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011680"/>
            <a:ext cx="7799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update before class --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46120"/>
            <a:ext cx="7799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update before class --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EDF1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48056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480560"/>
            <a:ext cx="7799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update before class --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module asked what a player's body does, moment to moment, using pose estimation to track the athlete directly. Today I want to point the same family of computer vision technique at a much harder real target: the ball itself. A player is large and rarely leaves the frame. A basketball is small, spins fast, and constantly disappears behind hands, rims, and other players.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FOR THE 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488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detection: how YOLO finds a ball in a frame, and why the ball is a genuinely hard real case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5956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17436" y="214884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05956" y="260604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physics of a trajectory: minimum-speed launch angle, and why real shooters use more arc than that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0690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2628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physics to real 2017-18 field goal percentage, and the PhD/advanced-project link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3886200"/>
            <a:ext cx="5362956" cy="1691640"/>
          </a:xfrm>
          <a:prstGeom prst="roundRect">
            <a:avLst>
              <a:gd name="adj" fmla="val 3243"/>
            </a:avLst>
          </a:prstGeom>
          <a:solidFill>
            <a:srgbClr val="EDF1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5956" y="4069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17436" y="4069080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Class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05956" y="4526280"/>
            <a:ext cx="49057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7, the practice questions, and the Module 7 quiz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Will Be Able 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single-pass object detection (YOLO) works and why a basketball is a harder real detection target than a player.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411480" cy="4114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15768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interpret real precision, recall, and mAP figures from a current peer-reviewed object-detection paper.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11480" cy="411480"/>
          </a:xfrm>
          <a:prstGeom prst="ellipse">
            <a:avLst/>
          </a:prstGeom>
          <a:solidFill>
            <a:srgbClr val="27496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511296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and apply the real minimum-speed projectile trajectory formula to a basketball shot at any real distance.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411480" cy="4114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52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06824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real gap between the theoretical minimum-speed launch angle and real published shooting angles, using rim and ball geometry.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411480" cy="411480"/>
          </a:xfrm>
          <a:prstGeom prst="ellipse">
            <a:avLst/>
          </a:prstGeom>
          <a:solidFill>
            <a:srgbClr val="27496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48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102352"/>
            <a:ext cx="10497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shot-distance trajectory physics to real 2017-18 field goal percentage, and to the course's injury-risk PhD track.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Detection, In Plain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estimation, from last module, assumes a person is present and asks where their joints are. Object detection has to first decide whether the object of interest is present at all in a region of the frame, then draw a bounding box and assign a confidence score, all in a single forward pass through the network. That single-pass design is where YOLO, "You Only Look Once," gets its name.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why is a basketball a genuinely hard real case for this?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Fast, Frequently Hidden Target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3172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basketball is small in the frame relative to a player, it blurs across a single video frame during a fast release, and it is frequently and briefly occluded by hands, rims, and other players. A real, current 2025 paper, Liang et al., built a purpose-made model, BGS-YOLO, specifically because a generic YOLOv8 model struggles with exactly these three problems.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look at their real reported numbers.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WE LOOK AT THE NUMBERS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Single-Pass Object Detection Actually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0B1D33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1188720" cy="11887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8600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YOLO algorithm? | Deep Learning Tutorial 31 (Tensorflow, Keras &amp; Python)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codebasics  •  runtime not independently confirmed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42900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https://www.youtube.com/watch?v=ag3DLKsl2vk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8620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concept-explainer on how single-pass object detection works, the same family of technique behind this module's real BGS-YOLO basketball detection results.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Detection Performance, Liang et al. (2025)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1828800"/>
        </p:xfrm>
        <a:graphic>
          <a:graphicData uri="http://schemas.openxmlformats.org/drawingml/2006/table">
            <a:tbl>
              <a:tblPr/>
              <a:tblGrid>
                <a:gridCol w="3776472"/>
                <a:gridCol w="2441448"/>
                <a:gridCol w="2441448"/>
                <a:gridCol w="2432304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YOLOv8n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BGS-YOLO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06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(finding every real ball that is actually there) moved less than precision (correctly labeling what the model does flag), even after purpose-building the model.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Liang, Z., Wang, J., Huang, T., Sang, Z., &amp; Zhang, J. (2025). Basketball detection based on YOLOv8. PLOS ONE, 20(8), e0326964.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the Detection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(3-4).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one of the three real difficulties named on the last concept slide (small size, motion blur, occlusion).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Propose one real, concrete way a research team might address it (more training data of that specific case, a different network architecture, higher frame-rate video, and so on).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 ready to defend your proposal to the class.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SEGMENT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the Ball,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single-pass object detection works, why a basketball is a genuinely hard real target, and a real current paper's actual precision, recall, and mAP numbers.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asks: once you can detect the ball across frames, what does the resulting trajectory actually look like, physically?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the top of the hour. Next: the real physics of a shot's trajectory.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SEGMENT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Detected Path to a Real Trajectory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3108960"/>
          </a:xfrm>
          <a:prstGeom prst="roundRect">
            <a:avLst>
              <a:gd name="adj" fmla="val 1765"/>
            </a:avLst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detected ball position across a real sequence of frames gives you the ball's actual real path through the air, not just where a shot started and ended. That path is projectile motion. Brancazio, P. J. (1981), "Physics of basketball," American Journal of Physics, is the real, seminal paper applying classical projectile-motion mechanics specifically to a basketball shot, and it is still the anchor citation behind essentially every later trajectory paper, including the object-detection work from Segment 1.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THE MINIMUM-SPEED RESULT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Least Energy a Shot Can Use to Reach the Rim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theta_min = 45° + 0.5 × arctan(y / x)
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v_min = √[ g × (x + √(x² + y²)) ]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real horizontal distance to the rim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real net vertical rise (rim height minus release height)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9.8 m/s²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classical-mechanics result, applied specifically to basketball by Brancazio (1981).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749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THIS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open our R package and compute the real trajectory table together.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your own session. We'll run it line by line and look at the real output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the Real Trajectory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&lt;- 9.8; rim_h &lt;- 3.048; release_h &lt;- 2.1336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y_rise &lt;- rim_h - release_h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dist_ft &lt;- c(4, 10, 15, 19.75, 23.75, 28)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dist_m &lt;- dist_ft * 0.3048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theta_min &lt;- 45 + 0.5*(180/pi)*atan(y_rise / dist_m)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v_min_ms &lt;- sqrt(g * (dist_m + sqrt(dist_m^2 + y_rise^2)))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data.frame(dist_ft, theta_min, v_min_mph = v_min_ms * 2.23694)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rim height 10 ft (3.048 m); real release height 7 ft (2.1336 m), Coach Dave Love.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Real Representative Distances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3108960"/>
        </p:xfrm>
        <a:graphic>
          <a:graphicData uri="http://schemas.openxmlformats.org/drawingml/2006/table">
            <a:tbl>
              <a:tblPr/>
              <a:tblGrid>
                <a:gridCol w="2862072"/>
                <a:gridCol w="1828800"/>
                <a:gridCol w="1828800"/>
                <a:gridCol w="2286000"/>
                <a:gridCol w="2286000"/>
              </a:tblGrid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distance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θ_min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v_min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hang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7496D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rim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 mph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mid-range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 mph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throw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 mph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two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19.75 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 mph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NBA three-point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23.75 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mph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three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 mph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with the minimum-speed trajectory formula, real rim and release heights, PbP.BDB distance conventions.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Angle Converges Toward 45°</a:t>
            </a:r>
            <a:endParaRPr lang="en-US" sz="2800" dirty="0"/>
          </a:p>
        </p:txBody>
      </p:sp>
      <p:pic>
        <p:nvPicPr>
          <p:cNvPr id="4" name="Image 0" descr="module7_real_theta_min_vs_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00200"/>
            <a:ext cx="841248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theta_min vs. real shot distance, six representative real distances.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RELEASE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Real Release Actually Looks Like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0B1D33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1188720" cy="11887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286000"/>
            <a:ext cx="8714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 Curry - Complete Shooting Form Breakdown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06324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(channel not independently confirmed)  •  runtime not independently confirmed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42900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https://www.youtube.com/watch?v=qh9Ko-Wi9JQ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886200"/>
            <a:ext cx="8531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footage breaking down a jump-shot release in detail, useful for seeing the real launch angle and follow-through this module's trajectory physics describes mathematically, before looking at the real theory-versus-practice gap next.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THE REAL HONEST GAP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Real Shooters Use More Arc Than the Minimum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minimum-speed trajectory only guarantees the ball reaches the target point. It says nothing about the angle at which the ball then arrives at a rim only slightly larger than the ball itself. A shallow entry angle leaves a real, narrow window to fall through without deflecting off the iron, so real shooters trade extra effort for a real, more forgiving entry angle.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put a real number on that gap.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THEORY VS. REAL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15.5-Degree Real Gap at the Three-Point 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840480" cy="3108960"/>
          </a:xfrm>
          <a:prstGeom prst="roundRect">
            <a:avLst>
              <a:gd name="adj" fmla="val 1765"/>
            </a:avLst>
          </a:prstGeom>
          <a:solidFill>
            <a:srgbClr val="E45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48.6° vs 64.1°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theoretical minimum vs.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published launch angle,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three-point line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103120"/>
            <a:ext cx="6428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at the free throw line: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50.7° theoretical minimum vs. 55.2° real published, a smaller but still real gap.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note: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55.2° and 64.1° figures come from an applied shooting-analysis resource (Coach Dave Love), not a peer-reviewed paper. I'm flagging that distinction on purpose -- it matters at the graduate level.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the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Using rim and ball geometry, explain in your own words why a shallow entry angle is riskier than a steep one, even when both technically reach the hoop.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would this gap matter more, practically, for research using ball-tracking data to evaluate shot quality than it would for a coach just watching makes and misses?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SEGMENT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Physics,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and computed the real minimum-speed trajectory at six real distances, and found a real, widening gap against published shooting-angle figures.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 checks whether any of this shows up in real 2017-18 outcomes, and previews the PhD/advanced-project connection.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the top of the hour. Next: does the physics show up in real outcomes?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749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THIS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real FG%-by-distance curve together.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your own session. We'll run it line by line and look at the real output 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Real FG%-by-Distance Curve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0B1D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FGA &lt;- subset(PbP.BDB, event_type %in% c("shot","miss") &amp; !is.na(shot_distance))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FGA$made &lt;- as.integer(FGA$event_type == "shot")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FGA$dist_ft &lt;- as.numeric(as.character(FGA$shot_distance))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FGA &lt;- subset(FGA, !is.na(dist_ft))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FGA$bucket &lt;- cut(FGA$dist_ft, breaks = seq(0, 34, by = 2))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fg_by_dist &lt;- aggregate(made ~ bucket, FGA, mean)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74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14,355 real field goal attempts with a valid real distance, 2017-18 season.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EXAMPLE, STEP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2017-18 FG% by Real Shot Distance</a:t>
            </a:r>
            <a:endParaRPr lang="en-US" sz="2800" dirty="0"/>
          </a:p>
        </p:txBody>
      </p:sp>
      <p:pic>
        <p:nvPicPr>
          <p:cNvPr id="4" name="Image 0" descr="module7_real_fg_pct_by_di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600200"/>
            <a:ext cx="841248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PbP.BDB play-by-play data, 2017-18 NBA season, BasketballAnalyzeR, 2-ft distance buckets, n &gt;= 100.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PHYSICS MEETS 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Mid-Range Dip, Explained Two 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FG% drops from 74.2% at the rim to as low as 36.9% in the real 4-14 ft mid-range, then stays roughly flat through the rest of the two-point range. That real mid-range window is exactly where the real required launch angle and speed are changing fastest with distance, on top of the well documented real strategic reasons (shot value relative to a three) that range has fallen out of favor.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/ ADVANCED-PROJECT CONNECTION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Trajectory Tracking as a Biomechanical Indicator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3108960"/>
          </a:xfrm>
          <a:prstGeom prst="roundRect">
            <a:avLst>
              <a:gd name="adj" fmla="val 1765"/>
            </a:avLst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423160"/>
            <a:ext cx="10360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shooter's real launch angle and real release speed, tracked consistently across an entire real season rather than computed once from a physics formula, is exactly the kind of subtle, athlete-specific signal that could flag a real mechanical change worth investigating well before it shows up in a box score. This is the same honest argument last module made for pose-estimation-based joint tracking, and it is the kind of indicator students doing a larger independent project can connect directly to the instructor's own signature research (Muritala, Brown &amp; Haller, 2026; West et al., 2026) developed fully in the Module 10 PhD track.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Real Curve Yourself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the real FG%-by-distance chart.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the real distance range with the steepest decline.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Using today's real trajectory table, name what is physically changing fastest across that same real range.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real, non-physical (strategic) factor also affects shot selection in that range?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Real Trajectory Quality Metric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(3-4). Imagine you have real, frame-by-frame ball-tracking data for every shot in a real season, not just the make/miss outcome.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Propose one real metric you would compute from that data (entry angle, release consistency, hang-time variance, and so on).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Explain what a coach or an injury-risk researcher could each do with it that they cannot do with box score data alone.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SEGMENT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and the PhD Link, Covered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real FG%-by-distance curve, connected the real mid-range dip to today's trajectory physics, and previewed the PhD/advanced-project link to Module 10.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011680"/>
            <a:ext cx="5362956" cy="2651760"/>
          </a:xfrm>
          <a:prstGeom prst="roundRect">
            <a:avLst>
              <a:gd name="adj" fmla="val 2069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2402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651760"/>
            <a:ext cx="48143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turns from a single point (the ball's landing spot) to full performance maps and court segmentation.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Carry Forward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4592" cy="164592"/>
          </a:xfrm>
          <a:prstGeom prst="rect">
            <a:avLst/>
          </a:prstGeom>
          <a:solidFill>
            <a:srgbClr val="27496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basketball is a genuinely hard real computer-vision problem; even a purpose-built model (BGS-YOLO) trades off precision against recall.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64592" cy="16459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7889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minimum-speed trajectory formula (Brancazio, 1981) gives a real physics floor, not a description of how real shooters actually play.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64592" cy="164592"/>
          </a:xfrm>
          <a:prstGeom prst="rect">
            <a:avLst/>
          </a:prstGeom>
          <a:solidFill>
            <a:srgbClr val="27496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7033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shooters use substantially more arc than the physics minimum, especially from three, to buy a forgiving real entry angle at the rim.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164592" cy="16459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617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2017-18 FG% by distance lines up with this physics: the mid-range, where required angle and speed change fastest, is the hardest range to shoot consistently.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MODULE 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Before Next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62956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8143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Basketball Data Science, Ch. 8 (performance maps and court segmentation).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103120"/>
            <a:ext cx="5362956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51676" y="23317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743200"/>
            <a:ext cx="48143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Lab 7 (ball trajectories and object detection), the practice questions, and the Module 7 quiz on D2L.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READING LIST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Cited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Zuccolotto, P., Manisera, M., &amp; Sandri, M. (2026). Advanced Basketball Data Science, Ch. 7. CRC Press/Chapman &amp; Hall.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Liang, Z., Wang, J., Huang, T., Sang, Z., &amp; Zhang, J. (2025). Basketball detection based on YOLOv8. PLOS ONE, 20(8), e0326964.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Brancazio, P. J. (1981). Physics of basketball. American Journal of Physics, 49(4), 356-365.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BasketballAnalyzeR (R package), the PbP.BDB dataset. Zuccolotto, Manisera &amp; Sandri. CRAN.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Dave Love. "Launch Angle and Velocity in Basketball Shooting" (applied resource, not peer-reviewed).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346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 in Module 08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Maps and Court Segmentation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2026-09-28T13:00:53Z</dcterms:created>
  <dcterms:modified xsi:type="dcterms:W3CDTF">2026-09-28T13:00:53Z</dcterms:modified>
</cp:coreProperties>
</file>